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5400-7AF6-D576-9BE9-776992D0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40742-D0C7-DF8A-474A-16B878AC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381000"/>
            <a:ext cx="890451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8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Login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User Authentication</a:t>
            </a:r>
          </a:p>
          <a:p>
            <a:pPr lvl="1"/>
            <a:r>
              <a:t>• Email / Username</a:t>
            </a:r>
          </a:p>
          <a:p>
            <a:pPr lvl="1"/>
            <a:r>
              <a:t>• Password</a:t>
            </a:r>
          </a:p>
          <a:p>
            <a:pPr lvl="1"/>
            <a:r>
              <a:t>• Login button</a:t>
            </a:r>
          </a:p>
          <a:p>
            <a:pPr lvl="1"/>
            <a:r>
              <a:t>• Redirect to Home/Dashboard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138057" y="2057400"/>
            <a:ext cx="32004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Central Navigation</a:t>
            </a:r>
          </a:p>
          <a:p>
            <a:pPr lvl="1"/>
            <a:r>
              <a:t>• Dashboard access</a:t>
            </a:r>
          </a:p>
          <a:p>
            <a:pPr lvl="1"/>
            <a:r>
              <a:t>• Add Crop</a:t>
            </a:r>
          </a:p>
          <a:p>
            <a:pPr lvl="1"/>
            <a:r>
              <a:t>• Add Expense</a:t>
            </a:r>
          </a:p>
          <a:p>
            <a:pPr lvl="1"/>
            <a:r>
              <a:t>• Summary &amp; Reports</a:t>
            </a:r>
          </a:p>
          <a:p>
            <a:pPr lvl="1"/>
            <a:r>
              <a:t>• Quick stats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09728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219456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219456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Expense &amp; Investment Overview</a:t>
            </a:r>
          </a:p>
          <a:p>
            <a:pPr lvl="1"/>
            <a:r>
              <a:t>• Total Investment</a:t>
            </a:r>
          </a:p>
          <a:p>
            <a:pPr lvl="1"/>
            <a:r>
              <a:t>• Today's Expense</a:t>
            </a:r>
          </a:p>
          <a:p>
            <a:pPr lvl="1"/>
            <a:r>
              <a:t>• Monthly Expense</a:t>
            </a:r>
          </a:p>
          <a:p>
            <a:pPr lvl="1"/>
            <a:r>
              <a:t>• Active Crops</a:t>
            </a:r>
          </a:p>
          <a:p>
            <a:pPr lvl="1"/>
            <a:r>
              <a:t>• Charts &amp; Recent Expenses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09728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34747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Add Crop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Register Crop</a:t>
            </a:r>
          </a:p>
          <a:p>
            <a:pPr lvl="1"/>
            <a:r>
              <a:t>• Crop Name</a:t>
            </a:r>
          </a:p>
          <a:p>
            <a:pPr lvl="1"/>
            <a:r>
              <a:t>• Area (Acres)</a:t>
            </a:r>
          </a:p>
          <a:p>
            <a:pPr lvl="1"/>
            <a:r>
              <a:t>• Start Date</a:t>
            </a:r>
          </a:p>
          <a:p>
            <a:pPr lvl="1"/>
            <a:r>
              <a:t>• Expected Harvest Date</a:t>
            </a:r>
          </a:p>
          <a:p>
            <a:pPr lvl="1"/>
            <a:r>
              <a:t>• Status</a:t>
            </a:r>
          </a:p>
          <a:p>
            <a:pPr lvl="1"/>
            <a:r>
              <a:t>• Save Crop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29184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Add Expense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Purpose: Daily Expense Tracking</a:t>
            </a:r>
          </a:p>
          <a:p>
            <a:pPr lvl="1"/>
            <a:r>
              <a:t>• Expense Date</a:t>
            </a:r>
          </a:p>
          <a:p>
            <a:pPr lvl="1"/>
            <a:r>
              <a:t>• Crop Selection</a:t>
            </a:r>
          </a:p>
          <a:p>
            <a:pPr lvl="1"/>
            <a:r>
              <a:t>• Expense Type</a:t>
            </a:r>
          </a:p>
          <a:p>
            <a:pPr lvl="1"/>
            <a:r>
              <a:t>• Amount</a:t>
            </a:r>
          </a:p>
          <a:p>
            <a:pPr lvl="1"/>
            <a:r>
              <a:t>• Notes</a:t>
            </a:r>
          </a:p>
          <a:p>
            <a:pPr lvl="1"/>
            <a:r>
              <a:t>• Save Expense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29184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Crop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714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Purpose: Crop-wise Analysis</a:t>
            </a:r>
          </a:p>
          <a:p>
            <a:pPr lvl="1"/>
            <a:r>
              <a:rPr dirty="0"/>
              <a:t>• Crop Name</a:t>
            </a:r>
          </a:p>
          <a:p>
            <a:pPr lvl="1"/>
            <a:r>
              <a:rPr dirty="0"/>
              <a:t>• Total Investment</a:t>
            </a:r>
          </a:p>
          <a:p>
            <a:pPr lvl="1"/>
            <a:r>
              <a:rPr dirty="0"/>
              <a:t>• Expense Breakdown Chart</a:t>
            </a:r>
          </a:p>
          <a:p>
            <a:pPr lvl="1"/>
            <a:r>
              <a:rPr dirty="0"/>
              <a:t>• Date-wise Expense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579914"/>
            <a:ext cx="347472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34343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Purpose: Analytics &amp; Reporting</a:t>
            </a:r>
          </a:p>
          <a:p>
            <a:pPr lvl="1"/>
            <a:r>
              <a:rPr dirty="0"/>
              <a:t>• Date Range filter</a:t>
            </a:r>
          </a:p>
          <a:p>
            <a:pPr lvl="1"/>
            <a:r>
              <a:rPr dirty="0"/>
              <a:t>• Crop filter</a:t>
            </a:r>
          </a:p>
          <a:p>
            <a:pPr lvl="1"/>
            <a:r>
              <a:rPr dirty="0"/>
              <a:t>• Expense Type filter</a:t>
            </a:r>
          </a:p>
          <a:p>
            <a:pPr lvl="1"/>
            <a:r>
              <a:rPr dirty="0"/>
              <a:t>• Charts</a:t>
            </a:r>
          </a:p>
          <a:p>
            <a:pPr lvl="1"/>
            <a:r>
              <a:rPr dirty="0"/>
              <a:t>• Tables</a:t>
            </a:r>
          </a:p>
          <a:p>
            <a:pPr lvl="1"/>
            <a:r>
              <a:rPr dirty="0"/>
              <a:t>• Monthly &amp; Crop-wise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2" y="2634343"/>
            <a:ext cx="36576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163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Vivekavardhan P</cp:lastModifiedBy>
  <cp:revision>4</cp:revision>
  <dcterms:created xsi:type="dcterms:W3CDTF">2013-01-27T09:14:16Z</dcterms:created>
  <dcterms:modified xsi:type="dcterms:W3CDTF">2025-12-25T00:58:11Z</dcterms:modified>
  <cp:category/>
</cp:coreProperties>
</file>